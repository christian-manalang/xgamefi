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noFill/>
          <a:ln w="12700">
            <a:solidFill>
              <a:srgbClr val="AAAAAA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</a:rPr>
              <a:t>[FULL-SLIDE IMAGE — see image prompt #1]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10725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0000"/>
                </a:solidFill>
              </a:rPr>
              <a:t>xGameFi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71600" y="338328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Commerce infrastructure for game studios — connect your game, get a shop, go live in hours.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6634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Project Lead: [NAME]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1206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Repo: webnxt-2030/xgamefi · branch develop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noFill/>
          <a:ln w="12700">
            <a:solidFill>
              <a:srgbClr val="AAAAAA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</a:rPr>
              <a:t>[FULL-SLIDE IMAGE — see image prompt #2]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Every studio rebuilds the same plumbing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" y="4023360"/>
            <a:ext cx="999439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Checkout, shop, delivery — rebuilt every time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Expensive, slow, brittle — and it's not the game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Players get janky checkouts, no real ownership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Web3 promised ownership, delivered friction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0000"/>
                </a:solidFill>
              </a:rPr>
              <a:t>The commerce layer between a game's items and its players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1090879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Connect once → branded shop at /s/[slug]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Pay with a wallet — one-click sign-in, every payment verified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Instant net payout + automatic delivery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P2P resale, referrals, promotions — all in a tamper-evident ledger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Demo — browse → pay → get your item, live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0000"/>
                </a:solidFill>
              </a:rPr>
              <a:t>The single moment the whole system is built around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1090879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Open the Gridlock storefront, connect a wallet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Pick Sword Skin @ 1 USDT → QR checkout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Pay → platform verifies → Order PAID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Payout + delivery fire → live feed: paid → delivered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62179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8888"/>
                </a:solidFill>
              </a:rPr>
              <a:t>[Demo video placeholder — 60–90s screen capture]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0000"/>
                </a:solidFill>
              </a:rPr>
              <a:t>A hands-off pipeline: player pays → studio gets paid, player gets the item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1090879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One deployment, one branded shop per studio (every query scoped)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Payments verified, not trusted — nothing moves until it clears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Delivery is automatic and durable — no page left open, no lost orders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Money rules live in one place; every event in an append-only ledger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Impact &amp; market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08792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Who: indie / mid-size studios selling in-game items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Why now: wallets are mainstream, but the checkout layer is missing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Anchor partner &amp; v1 target: Gridlock Games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Model: per-transaction fee; studios get the net instantly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What's next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08792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Studio dashboard UI: overview, transactions, P2P, settings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Storefront: purchase history + create-listing UI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Missing endpoints: order status, trade status, delivery confirmation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Production hardening; v1 non-goals: swaps, auctions, fiat, mobile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Team &amp; thanks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08792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[Your Name] — role / contact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[Teammate] — role / contact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[Teammate] — role / contact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Thanks to Gridlock Games (anchor partner) and the organizers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2026-07-03T03:37:43Z</dcterms:created>
  <dcterms:modified xsi:type="dcterms:W3CDTF">2026-07-03T03:37:43Z</dcterms:modified>
</cp:coreProperties>
</file>